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544c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544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544c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544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544c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544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544c1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544c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8ca790996d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8ca790996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[Your </a:t>
            </a:r>
            <a:r>
              <a:rPr lang="en"/>
              <a:t>Name</a:t>
            </a:r>
            <a:r>
              <a:rPr lang="en"/>
              <a:t>]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[Your Title]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Hi, I’m [Your Name]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I’m passionate about [...]. I have over [X] years of experience [doing x].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 grew up in Anytown, am an avid kayaker, and am excited to partner with you!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65500" y="1678650"/>
            <a:ext cx="4045200" cy="17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&amp; expertise</a:t>
            </a:r>
            <a:endParaRPr/>
          </a:p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443625" y="1113575"/>
            <a:ext cx="8388600" cy="3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ource Sans Pro"/>
                <a:ea typeface="Source Sans Pro"/>
                <a:cs typeface="Source Sans Pro"/>
                <a:sym typeface="Source Sans Pro"/>
              </a:rPr>
              <a:t>Job or business									Date - Date</a:t>
            </a:r>
            <a:endParaRPr sz="2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High-impact statement 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High-Impact statement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Job or business									Date - Date</a:t>
            </a:r>
            <a:endParaRPr sz="2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High-impact statement 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High-Impact statement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Job or business									Date - Date</a:t>
            </a:r>
            <a:endParaRPr sz="2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High-impact statement 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High-Impact statement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Education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443625" y="1113575"/>
            <a:ext cx="8388600" cy="3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urce Sans Pro"/>
                <a:ea typeface="Source Sans Pro"/>
                <a:cs typeface="Source Sans Pro"/>
                <a:sym typeface="Source Sans Pro"/>
              </a:rPr>
              <a:t>School</a:t>
            </a:r>
            <a:endParaRPr b="1" sz="2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ource Sans Pro"/>
                <a:ea typeface="Source Sans Pro"/>
                <a:cs typeface="Source Sans Pro"/>
                <a:sym typeface="Source Sans Pro"/>
              </a:rPr>
              <a:t>Certificate or Degree	</a:t>
            </a:r>
            <a:r>
              <a:rPr lang="en" sz="2000">
                <a:latin typeface="Source Sans Pro"/>
                <a:ea typeface="Source Sans Pro"/>
                <a:cs typeface="Source Sans Pro"/>
                <a:sym typeface="Source Sans Pro"/>
              </a:rPr>
              <a:t>								Date - Date</a:t>
            </a:r>
            <a:endParaRPr sz="2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Competency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Competency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Competency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Competency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Competency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School</a:t>
            </a:r>
            <a:endParaRPr b="1" sz="2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Certificate or Degree									Date - Date</a:t>
            </a:r>
            <a:endParaRPr sz="2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Competency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Competency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etc.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