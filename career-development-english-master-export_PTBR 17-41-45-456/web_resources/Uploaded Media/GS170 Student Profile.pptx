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7010400" cy="9296400"/>
  <p:embeddedFontLst>
    <p:embeddedFont>
      <p:font typeface="Raleway" pitchFamily="2" charset="0"/>
      <p:regular r:id="rId9"/>
      <p:bold r:id="rId10"/>
      <p:italic r:id="rId11"/>
      <p:boldItalic r:id="rId12"/>
    </p:embeddedFont>
    <p:embeddedFont>
      <p:font typeface="Source Sans Pro" panose="020B0503030403020204" pitchFamily="3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c6f9544c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c6f9544c1_0_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c6f9544c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c6f9544c1_0_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c6f9544c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c6f9544c1_0_1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c6f9544c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c6f9544c1_0_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8ca790996d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8ca790996d_0_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81837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85875" y="1714500"/>
            <a:ext cx="8183700" cy="78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2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636800" y="80700"/>
            <a:ext cx="4426500" cy="4982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181700"/>
            <a:ext cx="4045200" cy="15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80700" y="2651100"/>
            <a:ext cx="8982600" cy="2411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311700" y="743001"/>
            <a:ext cx="8520600" cy="20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Source Sans Pro"/>
              <a:buNone/>
              <a:defRPr sz="12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body" idx="1"/>
          </p:nvPr>
        </p:nvSpPr>
        <p:spPr>
          <a:xfrm>
            <a:off x="311700" y="2845182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l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●"/>
              <a:defRPr sz="18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●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Source Sans Pro"/>
              <a:buChar char="○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Source Sans Pro"/>
              <a:buChar char="■"/>
              <a:defRPr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>
            <a:spLocks noGrp="1"/>
          </p:cNvSpPr>
          <p:nvPr>
            <p:ph type="ctrTitle"/>
          </p:nvPr>
        </p:nvSpPr>
        <p:spPr>
          <a:xfrm>
            <a:off x="485875" y="264475"/>
            <a:ext cx="3487984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dirty="0"/>
              <a:t>Name:                                               </a:t>
            </a:r>
            <a:endParaRPr sz="3000" dirty="0"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1"/>
          </p:nvPr>
        </p:nvSpPr>
        <p:spPr>
          <a:xfrm>
            <a:off x="485875" y="1738075"/>
            <a:ext cx="8183700" cy="86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bg2"/>
                </a:solidFill>
              </a:rPr>
              <a:t>Headline:</a:t>
            </a:r>
            <a:endParaRPr b="1" dirty="0">
              <a:solidFill>
                <a:schemeClr val="bg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E416C3-8AA2-5A4D-EE53-752988D18A2C}"/>
              </a:ext>
            </a:extLst>
          </p:cNvPr>
          <p:cNvSpPr txBox="1"/>
          <p:nvPr/>
        </p:nvSpPr>
        <p:spPr>
          <a:xfrm>
            <a:off x="6036415" y="776896"/>
            <a:ext cx="2014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Professional Photo (Headshot)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Professional Summary:</a:t>
            </a:r>
            <a:endParaRPr dirty="0"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265500" y="1678650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Skills &amp; Expertise:</a:t>
            </a:r>
            <a:endParaRPr dirty="0"/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[list skills]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[list skills]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[list skills]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[list skills]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[list skills]</a:t>
            </a:r>
            <a:endParaRPr sz="2100"/>
          </a:p>
          <a:p>
            <a:pPr marL="457200" lvl="0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[list skills]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Experience:</a:t>
            </a:r>
            <a:endParaRPr dirty="0"/>
          </a:p>
        </p:txBody>
      </p:sp>
      <p:sp>
        <p:nvSpPr>
          <p:cNvPr id="77" name="Google Shape;77;p16"/>
          <p:cNvSpPr txBox="1"/>
          <p:nvPr/>
        </p:nvSpPr>
        <p:spPr>
          <a:xfrm>
            <a:off x="443625" y="1113575"/>
            <a:ext cx="8388600" cy="3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Source Sans Pro"/>
                <a:ea typeface="Source Sans Pro"/>
                <a:cs typeface="Source Sans Pro"/>
                <a:sym typeface="Source Sans Pro"/>
              </a:rPr>
              <a:t>Job or business									Date - Date</a:t>
            </a:r>
            <a:endParaRPr sz="200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High-impact statement 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Source Sans Pro"/>
              <a:buChar char="●"/>
            </a:pPr>
            <a:r>
              <a:rPr lang="en">
                <a:latin typeface="Source Sans Pro"/>
                <a:ea typeface="Source Sans Pro"/>
                <a:cs typeface="Source Sans Pro"/>
                <a:sym typeface="Source Sans Pro"/>
              </a:rPr>
              <a:t>High-Impact statement</a:t>
            </a: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Job or business									Date - Date</a:t>
            </a:r>
            <a:endParaRPr sz="2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High-impact statement </a:t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High-Impact statement</a:t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Job or business									Date - Date</a:t>
            </a:r>
            <a:endParaRPr sz="200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High-impact statement </a:t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ans Pro"/>
              <a:buChar char="●"/>
            </a:pPr>
            <a:r>
              <a:rPr lang="en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High-Impact statement</a:t>
            </a:r>
            <a:endParaRPr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Education: (Degrees, Courses, Licenses and Certifications)</a:t>
            </a:r>
            <a:endParaRPr dirty="0"/>
          </a:p>
        </p:txBody>
      </p:sp>
      <p:sp>
        <p:nvSpPr>
          <p:cNvPr id="83" name="Google Shape;83;p17"/>
          <p:cNvSpPr txBox="1"/>
          <p:nvPr/>
        </p:nvSpPr>
        <p:spPr>
          <a:xfrm>
            <a:off x="443625" y="1113575"/>
            <a:ext cx="8388600" cy="37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000" b="1"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2000" b="1"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b="1" dirty="0">
                <a:latin typeface="Source Sans Pro"/>
                <a:ea typeface="Source Sans Pro"/>
                <a:cs typeface="Source Sans Pro"/>
                <a:sym typeface="Source Sans Pro"/>
              </a:rPr>
              <a:t>School</a:t>
            </a:r>
            <a:endParaRPr sz="2000" b="1"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>
                <a:latin typeface="Source Sans Pro"/>
                <a:ea typeface="Source Sans Pro"/>
                <a:cs typeface="Source Sans Pro"/>
                <a:sym typeface="Source Sans Pro"/>
              </a:rPr>
              <a:t>Certificate or Degree									Date - Date</a:t>
            </a:r>
            <a:endParaRPr sz="2000"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 b="1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School</a:t>
            </a:r>
            <a:endParaRPr sz="2000" b="1" dirty="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2000" dirty="0">
                <a:solidFill>
                  <a:schemeClr val="dk2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Certificate or Degree									Date - Date</a:t>
            </a:r>
            <a:endParaRPr sz="2000" dirty="0">
              <a:solidFill>
                <a:schemeClr val="dk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2DA9F-24C1-FFFE-9250-1F2E8CCA6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Volunteer Experience: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733D799-60EF-D33D-536B-F4C5910D2AF5}"/>
              </a:ext>
            </a:extLst>
          </p:cNvPr>
          <p:cNvSpPr txBox="1">
            <a:spLocks/>
          </p:cNvSpPr>
          <p:nvPr/>
        </p:nvSpPr>
        <p:spPr>
          <a:xfrm>
            <a:off x="464100" y="597425"/>
            <a:ext cx="8520600" cy="6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Languages:</a:t>
            </a:r>
          </a:p>
        </p:txBody>
      </p:sp>
    </p:spTree>
    <p:extLst>
      <p:ext uri="{BB962C8B-B14F-4D97-AF65-F5344CB8AC3E}">
        <p14:creationId xmlns:p14="http://schemas.microsoft.com/office/powerpoint/2010/main" val="2344383195"/>
      </p:ext>
    </p:extLst>
  </p:cSld>
  <p:clrMapOvr>
    <a:masterClrMapping/>
  </p:clrMapOvr>
</p:sld>
</file>

<file path=ppt/theme/theme1.xml><?xml version="1.0" encoding="utf-8"?>
<a:theme xmlns:a="http://schemas.openxmlformats.org/drawingml/2006/main" name="Plum">
  <a:themeElements>
    <a:clrScheme name="Plum">
      <a:dk1>
        <a:srgbClr val="611BB8"/>
      </a:dk1>
      <a:lt1>
        <a:srgbClr val="FFFFFF"/>
      </a:lt1>
      <a:dk2>
        <a:srgbClr val="000000"/>
      </a:dk2>
      <a:lt2>
        <a:srgbClr val="7F7F7F"/>
      </a:lt2>
      <a:accent1>
        <a:srgbClr val="333333"/>
      </a:accent1>
      <a:accent2>
        <a:srgbClr val="5E2B97"/>
      </a:accent2>
      <a:accent3>
        <a:srgbClr val="7E57C2"/>
      </a:accent3>
      <a:accent4>
        <a:srgbClr val="C77025"/>
      </a:accent4>
      <a:accent5>
        <a:srgbClr val="009688"/>
      </a:accent5>
      <a:accent6>
        <a:srgbClr val="FFD600"/>
      </a:accent6>
      <a:hlink>
        <a:srgbClr val="009688"/>
      </a:hlink>
      <a:folHlink>
        <a:srgbClr val="0096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147</Words>
  <Application>Microsoft Office PowerPoint</Application>
  <PresentationFormat>On-screen Show (16:9)</PresentationFormat>
  <Paragraphs>37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Raleway</vt:lpstr>
      <vt:lpstr>Source Sans Pro</vt:lpstr>
      <vt:lpstr>Arial</vt:lpstr>
      <vt:lpstr>Plum</vt:lpstr>
      <vt:lpstr>Name:                                               </vt:lpstr>
      <vt:lpstr>Professional Summary:</vt:lpstr>
      <vt:lpstr>Skills &amp; Expertise:</vt:lpstr>
      <vt:lpstr>Experience:</vt:lpstr>
      <vt:lpstr>Education: (Degrees, Courses, Licenses and Certifications)</vt:lpstr>
      <vt:lpstr>Volunteer Experience: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Smith, Ashley</dc:creator>
  <cp:lastModifiedBy>Smith, Ashley</cp:lastModifiedBy>
  <cp:revision>1</cp:revision>
  <cp:lastPrinted>2026-04-02T18:19:40Z</cp:lastPrinted>
  <dcterms:modified xsi:type="dcterms:W3CDTF">2026-04-24T02:25:55Z</dcterms:modified>
</cp:coreProperties>
</file>